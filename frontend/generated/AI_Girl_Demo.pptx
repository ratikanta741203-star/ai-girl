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A8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5A85F6"/>
                </a:solidFill>
                <a:latin typeface="Arial"/>
              </a:defRPr>
            </a:pPr>
            <a:r>
              <a:t>AI Girl Demo</a:t>
            </a:r>
          </a:p>
          <a:p>
            <a:pPr>
              <a:spcBef>
                <a:spcPts val="2000"/>
              </a:spcBef>
              <a:defRPr sz="2000">
                <a:solidFill>
                  <a:srgbClr val="64748B"/>
                </a:solidFill>
                <a:latin typeface="Arial"/>
              </a:defRPr>
            </a:pPr>
            <a:r>
              <a:t>Prepared by Prity AI Companion •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5A8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5A85F6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10360152" cy="4389120"/>
          </a:xfrm>
          <a:prstGeom prst="rect">
            <a:avLst/>
          </a:prstGeom>
          <a:solidFill>
            <a:srgbClr val="F3F8FF"/>
          </a:solidFill>
          <a:ln>
            <a:solidFill>
              <a:srgbClr val="DCE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12529"/>
                </a:solidFill>
                <a:latin typeface="Arial"/>
              </a:defRPr>
            </a:pPr>
            <a:r>
              <a:t>•  AI Feature 1</a:t>
            </a:r>
          </a:p>
          <a:p>
            <a:pPr>
              <a:spcAft>
                <a:spcPts val="1400"/>
              </a:spcAft>
              <a:defRPr sz="1900">
                <a:solidFill>
                  <a:srgbClr val="212529"/>
                </a:solidFill>
                <a:latin typeface="Arial"/>
              </a:defRPr>
            </a:pPr>
            <a:r>
              <a:t>•  AI Feature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